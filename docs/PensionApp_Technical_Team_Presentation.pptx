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234440" cy="1234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1680" y="987552"/>
            <a:ext cx="9052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D1116"/>
                </a:solidFill>
              </a:defRPr>
            </a:pPr>
            <a:r>
              <a:t>PensionApp Technical Team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8256" y="182880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Architecture, domain model, governance, and engineering priorities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8" y="2514600"/>
            <a:ext cx="2834640" cy="384048"/>
          </a:xfrm>
          <a:prstGeom prst="roundRect">
            <a:avLst/>
          </a:prstGeom>
          <a:solidFill>
            <a:srgbClr val="C2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Audience: Technical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8256" y="420624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D1116"/>
                </a:solidFill>
              </a:defRPr>
            </a:pPr>
            <a:r>
              <a:t>UPS PensionsGo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Prepared from the live repository and documentation set</a:t>
            </a:r>
          </a:p>
          <a:p>
            <a:pPr>
              <a:defRPr sz="1100">
                <a:solidFill>
                  <a:srgbClr val="676767"/>
                </a:solidFill>
              </a:defRPr>
            </a:pPr>
            <a:r>
              <a:t>Repository snapshot: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Technical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Why This Platform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What the technical team needs to hold in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UPS PensionsGo is a full-stack pension administration platform with workflow, registry, payroll, arrears, messaging, feedback, and pensioner self-service.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The current codebase spans 41 HTML pages, 51 JavaScript files, 264 PHP API files, and 83 database tables.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The shared runtime spine is concentrated in backend/config.php, which combines settings, security, schema hardening, and reusable domain helpers.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The strongest business-data thread runs from tb_staffdue to tb_fileregistry and then into tasks, payroll, arrears, documents, and pensioner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Technical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System Footprint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Current repository and data-model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D1116"/>
                </a:solidFill>
              </a:defRPr>
            </a:pPr>
            <a: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60604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HTML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99232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76767"/>
                </a:solidFill>
              </a:defRPr>
            </a:pPr>
            <a:r>
              <a:t>Operational, admin, public, and pensioner interfaces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2" y="182880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201168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D1116"/>
                </a:solidFill>
              </a:defRPr>
            </a:pPr>
            <a:r>
              <a:t>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260604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JS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2999232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76767"/>
                </a:solidFill>
              </a:defRPr>
            </a:pPr>
            <a:r>
              <a:t>Vanilla JS controllers plus shared modules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182880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201168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D1116"/>
                </a:solidFill>
              </a:defRPr>
            </a:pPr>
            <a:r>
              <a:t>264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260604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PHP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999232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76767"/>
                </a:solidFill>
              </a:defRPr>
            </a:pPr>
            <a:r>
              <a:t>Small endpoint-style service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54312" y="182880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8904" y="201168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D1116"/>
                </a:solidFill>
              </a:defRPr>
            </a:pPr>
            <a:r>
              <a:t>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260604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DB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999232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76767"/>
                </a:solidFill>
              </a:defRPr>
            </a:pPr>
            <a:r>
              <a:t>Workflow, registry, payroll, arrears, governance, and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605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Runtime schema hardening remains concentrated in backend/config.php and helper files, so release discipline still matters.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The ERD pack is mature enough to support onboarding, refactoring, and cross-domain debugging, including system health diagnostics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Architecture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How the application is layered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Application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Frontend: static HTML + CSS + vanilla JS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PWA shell: manifest + service worker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API layer: focused PHP endpoints under backend/api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Shared runtime: backend/config.php and helper files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Persistence: MySQL/MariaDB schema under database/schema.sql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Worker layer: notification queue CLI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Operational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Role-aware navigation and API enforcement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Settings-driven behavior across security, retention, notifications, and portal access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RegNo-centered cross-domain joins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Upload-heavy workflows for registry, payroll, messaging, and accountability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Governance surfaces for delete, restore, export, backup, and cleanup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Capability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Nine functional domains dominate the codebase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Operational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Workflow &amp; Tasks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Claims &amp; Intake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Registry &amp; Document Control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Payroll &amp; Suspensions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Arrears &amp; 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Service &amp; Governance 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Messaging &amp; Notifications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Feedback / FAQ / Terms / Podcast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Pensioner Self-Service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Administration &amp; Operations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ERD / documentation support assets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and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End-to-End Operating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sequence the codebase is built around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Intake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Staff due records captured in tb_staffdue</a:t>
            </a:r>
          </a:p>
        </p:txBody>
      </p:sp>
      <p:sp>
        <p:nvSpPr>
          <p:cNvPr id="14" name="Chevron 13"/>
          <p:cNvSpPr/>
          <p:nvPr/>
        </p:nvSpPr>
        <p:spPr>
          <a:xfrm>
            <a:off x="2743200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80360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85032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Queueing, status tracking, tasks, and approvals</a:t>
            </a:r>
          </a:p>
        </p:txBody>
      </p:sp>
      <p:sp>
        <p:nvSpPr>
          <p:cNvPr id="19" name="Chevron 18"/>
          <p:cNvSpPr/>
          <p:nvPr/>
        </p:nvSpPr>
        <p:spPr>
          <a:xfrm>
            <a:off x="5056632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93792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98464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Canonical pension file created and maintained</a:t>
            </a:r>
          </a:p>
        </p:txBody>
      </p:sp>
      <p:sp>
        <p:nvSpPr>
          <p:cNvPr id="24" name="Chevron 23"/>
          <p:cNvSpPr/>
          <p:nvPr/>
        </p:nvSpPr>
        <p:spPr>
          <a:xfrm>
            <a:off x="7370064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07224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11896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4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Payroll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6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Monthly cycles uploaded and matched</a:t>
            </a:r>
          </a:p>
        </p:txBody>
      </p:sp>
      <p:sp>
        <p:nvSpPr>
          <p:cNvPr id="29" name="Chevron 28"/>
          <p:cNvSpPr/>
          <p:nvPr/>
        </p:nvSpPr>
        <p:spPr>
          <a:xfrm>
            <a:off x="9683496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20656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25328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Accountability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Arrears, documents, exports, and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5720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Use this flow to reason about ownership boundaries, bug locations, and change impact.</a:t>
            </a:r>
          </a:p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Most debugging sessions become easier once the affected stage is identified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and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Data Model Spine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tables that connect the grouped ERDs back into a whole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Anchor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tb_users: identity and actor trail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tb_staffdue: pre-registry intake record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tb_fileregistry: canonical pension file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tb_tasks: operational orchestration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tb_payroll_upload_cycles: monthly reconciliation spine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tb_arrears_payments: financial accountability spine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ERD Navigation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Start with docs/ERD.pdf or docs/erd.md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Deep-dive via docs/erd-domains/*.md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Reconnect through interdomain_links and interdomain_matrix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Use _missing_tables.txt as the completeness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Security and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Security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Controls already present in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Core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Role-based access with dynamic roles and permission overrides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Effective-role resolution for cloned and alias roles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CSRF and origin validation support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Session and device-token controls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Admin re-authentication and inactivity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Governance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Delete queues and recycle-bin restore flow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Settings-driven retention and cleanup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Audit logs, system logs, workflow logs, delegation logs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Server-side mirrors for front-end restrictions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Restricted Data Management access for admin and OC/deputy OC roles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Deployment and Runtime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Where the platform expects operational discipline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Runtime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PHP/Apache hosting with MySQL/MariaDB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XAMPP-local and cPanel-style deployment examples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SMTP or PHP mail transport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CLI notification worker for queue processing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Uploads stored under backend/uploads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Operational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Notification queue processing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Analytics digests and message-storage snapshots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Data import/export routines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Backup and restore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Data cleanup and storage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Engineering Posture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Strengths and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Where the codebase is strong and where it needs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Current Strengths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Broad functional coverage in one platform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Good governance instincts in access and lifecycle flows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Existing ERD/documentation pack reduces onboarding cost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Settings-driven behavior makes operations adaptable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PWA shell improves resilience and reach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Current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Monolithic backend/config.php increases coupling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Request-time schema mutation hides migration discipline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Large endpoint count makes discovery hard without catalogues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Automated test coverage is very limited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Legacy naming overlap and historical artifacts need pruning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Engineering Posture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Recent Repo Hygiene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Current cleanup item to keep in mind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The overlapping fetch_staff* duplication has been reduced; only backend/api/fetch_staffdue.php remains in the repository.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This is a good direction: route clarity matters in a PHP endpoint-heavy codebase.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The next step is to keep naming conventions consistent so page controllers, APIs, and docs line up cleanly.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Recommended Near-Term Priorities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What the technical team should do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Introduce formal versioned migrations so runtime ensure-functions become defensive rather than primary schema drivers.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Build regression coverage around auth, registry update paths, payroll uploads, recycle-bin restore, task routing, and pensioner restrictions.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Publish an API catalogue or OpenAPI baseline for the most critical operational endpoints.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Split backend/config.php into coherent service modules for settings, RBAC, logs, notifications, and domain-specific utilities.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Continue removing ambiguous or duplicate routes and keep docs aligned with those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Technical Discussion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Suggested framing for the review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Which domain should be modularized first without breaking momentum?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Which workflows most urgently need automated tests?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Where should formal migrations begin: roles/settings, registry, or payroll?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Which access-control rules deserve a central policy map next?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