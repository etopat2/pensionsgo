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23444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987552"/>
            <a:ext cx="9052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1116"/>
                </a:solidFill>
              </a:defRPr>
            </a:pPr>
            <a:r>
              <a:t>PensionApp User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256" y="182880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How to use UPS PensionsGo safely, consistently, and confidently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2514600"/>
            <a:ext cx="2834640" cy="384048"/>
          </a:xfrm>
          <a:prstGeom prst="roundRect">
            <a:avLst/>
          </a:prstGeom>
          <a:solidFill>
            <a:srgbClr val="C2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Audience: Operational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8256" y="420624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D1116"/>
                </a:solidFill>
              </a:defRPr>
            </a:pPr>
            <a:r>
              <a:t>UPS PensionsGo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Prepared from the live repository and documentation set</a:t>
            </a:r>
          </a:p>
          <a:p>
            <a:pPr>
              <a:defRPr sz="1100">
                <a:solidFill>
                  <a:srgbClr val="676767"/>
                </a:solidFill>
              </a:defRPr>
            </a:pPr>
            <a:r>
              <a:t>Repository snapshot: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User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What PensionsGo Is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platform's practical purpose for daily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PensionsGo brings pension workflow, registry, claims, payroll visibility, tasks, messaging, and support tools into one place.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current platform baseline includes 41 pages, 264 service endpoints, and a maintained schema with 83 tables.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It helps teams move work forward with clearer ownership, stronger traceability, and less dependence on informal follow-up.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system is role-aware, so not every user sees the same menu or actions.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goal is not only speed, but safe and accountable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User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Who Uses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Access is based on role and 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Main User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Clerks and intake staff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OC/Pension and deputy supervisors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Workflow officers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Registry and records staff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Payroll and finance staff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Special Access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Administrators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Support staff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Pensioner users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Public feedback users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Content and communications managers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Using the Platform Day to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basic pattern most users should follow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Log in with the correct account and wait for the page to finish loading before acting.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Start from the dashboard when you need a summary, and from the module page when you already know the task.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Apply filters before exporting, printing, or reporting figures.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Use the system's forms, queues, and workflow buttons instead of informal workarounds.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Standard Working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A simple way to understand where your work fits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Staff due or application data is entered</a:t>
            </a:r>
          </a:p>
        </p:txBody>
      </p:sp>
      <p:sp>
        <p:nvSpPr>
          <p:cNvPr id="14" name="Chevron 13"/>
          <p:cNvSpPr/>
          <p:nvPr/>
        </p:nvSpPr>
        <p:spPr>
          <a:xfrm>
            <a:off x="2743200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60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5032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Tasks, statuses, and approvals move the work</a:t>
            </a:r>
          </a:p>
        </p:txBody>
      </p:sp>
      <p:sp>
        <p:nvSpPr>
          <p:cNvPr id="19" name="Chevron 18"/>
          <p:cNvSpPr/>
          <p:nvPr/>
        </p:nvSpPr>
        <p:spPr>
          <a:xfrm>
            <a:off x="5056632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93792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8464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Registry and documents become the source of truth</a:t>
            </a:r>
          </a:p>
        </p:txBody>
      </p:sp>
      <p:sp>
        <p:nvSpPr>
          <p:cNvPr id="24" name="Chevron 23"/>
          <p:cNvSpPr/>
          <p:nvPr/>
        </p:nvSpPr>
        <p:spPr>
          <a:xfrm>
            <a:off x="7370064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07224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11896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Reconcile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6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Payroll and arrears data are checked</a:t>
            </a:r>
          </a:p>
        </p:txBody>
      </p:sp>
      <p:sp>
        <p:nvSpPr>
          <p:cNvPr id="29" name="Chevron 28"/>
          <p:cNvSpPr/>
          <p:nvPr/>
        </p:nvSpPr>
        <p:spPr>
          <a:xfrm>
            <a:off x="9683496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20656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25328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Users message, export, review, and follow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720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If a case seems stuck, first work out which stage it is in before escalating.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Core Working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Where users go for the main kinds of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Operational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Dashboard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Staff Due for Retirement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Pension File Registry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Claims &amp; Arrears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Tasks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Control and Support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Life Certificate management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Payroll upload history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Users management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Feedback management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Settings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Data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What Good Use Looks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Practical operating habits that keep the platform reliable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Do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Confirm you are updating the correct record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 the correct module for the task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Keep comments and notes factual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Review filters before exporting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Escalate through the proper supervisor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Avoid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Skipping workflow stages without instruction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Sharing accounts or passwords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Treating message threads as informal, off-record chat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Deleting or purging data outside approved flows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Changing settings casually without documenting why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Data Management and Restore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Users should understand these controls even if they cannot perform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Registry deletions do not simply disappear; they move through a governed delete and recycle-bin flow.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Data Management access is restricted to administrators and OC/Pension-equivalent leadership roles.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Staff-due deletion follows a separate approval queue, so users should use the proper request path.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Restore and purge actions must be treated as controlled governance actions, not convenience shortcuts.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Pensioner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Supporting Pensioner-Facing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What staff should know when helping pensioners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Pensioner portal access may be enabled or disabled centrally.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Pensioner lookup visibility depends on consent settings.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Some contact fields are intentionally restricted in special lifecycle states.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If a pensioner cannot change details, check whether the record is in a protected condition before assuming the system is broken.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Security and Good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Simple habits that prevent avoidable incidents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Every User Should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Protect credentials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Respect timeout and re-auth prompts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Handle exports and attachments as sensitive data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 only authorized actions for the current role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Report unusual behavior quickly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Supervisors and Admins Should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Review access regularly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Watch delete, restore, export, and cleanup activity carefully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 the dashboard as a prompt, then verify in the source module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Document important settings changes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Guide users toward the governed path, not workarounds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When Something Goes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A simple first-response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If login fails: check credentials, role, lockout, and maintenance-mode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If an action is denied: confirm both role and permission scope before escalating.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If numbers look wrong: refresh, confirm filters, and verify the source module.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If a deleted record is needed: check the delete queue or recycle bin instead of assuming permanent loss.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If a pensioner cannot edit details: confirm whether lifecycle restrictions are in effect.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Key Message for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platform works best when the process is followed as designed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Use the right module for the right job.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Let the workflow, queues, and approvals do the coordination work.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Treat every change as part of an auditable operational record.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Ask early when access, data state, or workflow ownership is unclear.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